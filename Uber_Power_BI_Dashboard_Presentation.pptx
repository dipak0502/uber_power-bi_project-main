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Uber Power BI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 Analytics Project</a:t>
            </a:r>
          </a:p>
          <a:p>
            <a:endParaRPr dirty="0"/>
          </a:p>
          <a:p>
            <a:r>
              <a:rPr dirty="0"/>
              <a:t>Prepared by:</a:t>
            </a:r>
            <a:r>
              <a:rPr lang="en-US" dirty="0"/>
              <a:t> Deepak Shambhu Paswan</a:t>
            </a:r>
            <a:endParaRPr dirty="0"/>
          </a:p>
          <a:p>
            <a:r>
              <a:rPr dirty="0"/>
              <a:t>Role: Data Analytics Project</a:t>
            </a:r>
          </a:p>
          <a:p>
            <a:r>
              <a:rPr dirty="0"/>
              <a:t>Tool: Microsoft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Uber operates at large scale with complex ride data</a:t>
            </a:r>
          </a:p>
          <a:p>
            <a:r>
              <a:t>• Business decisions require analytical insights</a:t>
            </a:r>
          </a:p>
          <a:p>
            <a:r>
              <a:t>• Key challenges include revenue loss, cancellations, and demand patterns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Ride booking transactional dataset</a:t>
            </a:r>
          </a:p>
          <a:p>
            <a:r>
              <a:t>• Includes booking, customer, vehicle, location &amp; time data</a:t>
            </a:r>
          </a:p>
          <a:p>
            <a:r>
              <a:t>• Used for monthly &amp; quarterly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Overview Page</a:t>
            </a:r>
          </a:p>
          <a:p>
            <a:r>
              <a:t>• Vehicle Page</a:t>
            </a:r>
          </a:p>
          <a:p>
            <a:r>
              <a:t>• Revenue Page</a:t>
            </a:r>
          </a:p>
          <a:p>
            <a:r>
              <a:t>• Customer Page</a:t>
            </a:r>
          </a:p>
          <a:p>
            <a:r>
              <a:t>• Location Page</a:t>
            </a:r>
          </a:p>
          <a:p>
            <a:r>
              <a:t>• Interactive filters &amp; navigation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High-level KPIs: bookings, revenue, distance</a:t>
            </a:r>
          </a:p>
          <a:p>
            <a:r>
              <a:t>• Time-based trends</a:t>
            </a:r>
          </a:p>
          <a:p>
            <a:r>
              <a:t>• Business performance snapshot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Vehicle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Vehicle-wise revenue and bookings</a:t>
            </a:r>
          </a:p>
          <a:p>
            <a:r>
              <a:t>• Completion &amp; incomplete rates</a:t>
            </a:r>
          </a:p>
          <a:p>
            <a:r>
              <a:t>• Fleet optimization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Monthly &amp; quarterly revenue trends</a:t>
            </a:r>
          </a:p>
          <a:p>
            <a:r>
              <a:t>• Revenue by vehicle and payment method</a:t>
            </a:r>
          </a:p>
          <a:p>
            <a:r>
              <a:t>• Revenue risk and loss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Customer segmentation</a:t>
            </a:r>
          </a:p>
          <a:p>
            <a:r>
              <a:t>• Cancellation behavior analysis</a:t>
            </a:r>
          </a:p>
          <a:p>
            <a:r>
              <a:t>• Revenue impact due to customer cancellations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Location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Top pickup &amp; drop locations</a:t>
            </a:r>
          </a:p>
          <a:p>
            <a:r>
              <a:t>• Distance trends</a:t>
            </a:r>
          </a:p>
          <a:p>
            <a:r>
              <a:t>• Peak demand time slots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Skills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Microsoft Power BI</a:t>
            </a:r>
          </a:p>
          <a:p>
            <a:r>
              <a:t>• DAX &amp; Data Modeling</a:t>
            </a:r>
          </a:p>
          <a:p>
            <a:r>
              <a:t>• Business Analytics &amp; Visualization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Data-driven decisions</a:t>
            </a:r>
          </a:p>
          <a:p>
            <a:r>
              <a:t>• Revenue optimization</a:t>
            </a:r>
          </a:p>
          <a:p>
            <a:r>
              <a:t>• Operational efficiency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Learned real-world analytics</a:t>
            </a:r>
          </a:p>
          <a:p>
            <a:r>
              <a:t>• Dashboard storytelling</a:t>
            </a:r>
          </a:p>
          <a:p>
            <a:r>
              <a:t>• Future: predictive analytics &amp; real-time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236</Words>
  <Application>Microsoft Office PowerPoint</Application>
  <PresentationFormat>On-screen Show (4:3)</PresentationFormat>
  <Paragraphs>53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Uber Power BI Dashboard</vt:lpstr>
      <vt:lpstr>Problem Statement</vt:lpstr>
      <vt:lpstr>Dataset Overview</vt:lpstr>
      <vt:lpstr>Dashboard Architecture</vt:lpstr>
      <vt:lpstr>Overview Page</vt:lpstr>
      <vt:lpstr>Vehicle Page</vt:lpstr>
      <vt:lpstr>Revenue Page</vt:lpstr>
      <vt:lpstr>Customer Page</vt:lpstr>
      <vt:lpstr>Location Page</vt:lpstr>
      <vt:lpstr>Tools &amp; Skills Used</vt:lpstr>
      <vt:lpstr>Business Impact</vt:lpstr>
      <vt:lpstr>Conclusion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deepak paswan</cp:lastModifiedBy>
  <cp:revision>2</cp:revision>
  <dcterms:created xsi:type="dcterms:W3CDTF">2013-01-27T09:14:16Z</dcterms:created>
  <dcterms:modified xsi:type="dcterms:W3CDTF">2026-06-26T08:23:12Z</dcterms:modified>
  <cp:category/>
</cp:coreProperties>
</file>